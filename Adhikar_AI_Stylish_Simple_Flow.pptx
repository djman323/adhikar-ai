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6F2EA"/>
                </a:solidFill>
                <a:latin typeface="Aptos Display"/>
              </a:rPr>
              <a:t>Adhikar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583680" cy="438912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What this project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20240"/>
            <a:ext cx="6263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Adhikar AI answers Constitution-related legal questions.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It reads the Indian Constitution PDF as the main data source.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It finds the right text first, then generates a clear answer.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It also shows source/page references with the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17320"/>
            <a:ext cx="3977639" cy="4389120"/>
          </a:xfrm>
          <a:prstGeom prst="roundRect">
            <a:avLst/>
          </a:prstGeom>
          <a:solidFill>
            <a:srgbClr val="090E19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>
            <a:off x="8275320" y="1828800"/>
            <a:ext cx="2377440" cy="1005840"/>
          </a:xfrm>
          <a:prstGeom prst="triangl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58200" y="2743200"/>
            <a:ext cx="164592" cy="1097280"/>
          </a:xfrm>
          <a:prstGeom prst="roundRect">
            <a:avLst/>
          </a:prstGeom>
          <a:solidFill>
            <a:srgbClr val="C69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89720" y="2743200"/>
            <a:ext cx="164592" cy="1097280"/>
          </a:xfrm>
          <a:prstGeom prst="roundRect">
            <a:avLst/>
          </a:prstGeom>
          <a:solidFill>
            <a:srgbClr val="C69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921240" y="2743200"/>
            <a:ext cx="164592" cy="1097280"/>
          </a:xfrm>
          <a:prstGeom prst="roundRect">
            <a:avLst/>
          </a:prstGeom>
          <a:solidFill>
            <a:srgbClr val="C69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3879" y="3886200"/>
            <a:ext cx="2697480" cy="182880"/>
          </a:xfrm>
          <a:prstGeom prst="roundRect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21561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6F2EA"/>
                </a:solidFill>
                <a:latin typeface="Aptos Display"/>
              </a:rPr>
              <a:t>Project Flow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latin typeface="Aptos"/>
              </a:rPr>
              <a:t>Where data comes from and how answers are generated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Data Source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39" y="2944368"/>
            <a:ext cx="274321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Data 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2944368"/>
            <a:ext cx="274320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30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Smart Search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8040" y="2944368"/>
            <a:ext cx="274320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16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Answer Generation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64040" y="2944368"/>
            <a:ext cx="274320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02368" y="2468880"/>
            <a:ext cx="1920240" cy="960120"/>
          </a:xfrm>
          <a:prstGeom prst="roundRect">
            <a:avLst/>
          </a:prstGeom>
          <a:solidFill>
            <a:srgbClr val="121B2C"/>
          </a:solidFill>
          <a:ln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6F2EA"/>
                </a:solidFill>
                <a:latin typeface="Aptos"/>
              </a:rPr>
              <a:t>Response to 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77639"/>
            <a:ext cx="10972800" cy="15544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In simple 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59"/>
            <a:ext cx="10652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t>Question comes in -&gt; system finds related Constitution text -&gt; model writes final answer -&gt; user gets answer with source references.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1) Where Data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18482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Main input used by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30352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Source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983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Indian Constitution.pdf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Loaded page by page in backend.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Page number and section hints are saved with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7218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Why this is 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983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Answers stay focused on constitutional law.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No random web scraping during answer generation.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Sources can be shown back to user for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2) How Data Is Processed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31221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From long PDF text to searchable knowledge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61188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Step A: 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291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Long text is split into smaller chunks.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Parent chunks keep bigger context.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Child chunks improve exact retrieval.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361188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47218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Step B: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28800"/>
            <a:ext cx="3291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Each chunk is converted into vectors.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This helps find meaning, not only exact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325880"/>
            <a:ext cx="315468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472184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Step C: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28800"/>
            <a:ext cx="2834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Vectors are saved in FAISS indexes.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Metadata is saved in JSON mapping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3) Models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7211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Simple model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48640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LLM (for final answer)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166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Runs locally using </a:t>
            </a:r>
            <a:r>
              <a:rPr sz="2000" dirty="0" err="1"/>
              <a:t>Ollama</a:t>
            </a:r>
            <a:r>
              <a:rPr sz="2000" dirty="0"/>
              <a:t>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Current model: qwen2.5:7b.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Used after retrieval context is prepared.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21208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721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Search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892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Embedding model: sentence-transformers/all-MiniLM-L6-v2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 err="1"/>
              <a:t>Reranker</a:t>
            </a:r>
            <a:r>
              <a:rPr sz="2000" dirty="0"/>
              <a:t>: cross-encoder/ms-marco-MiniLM-L-6-v2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BM25 keyword search is also used for better recall.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685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6F2EA"/>
                </a:solidFill>
                <a:latin typeface="Aptos Display"/>
              </a:rPr>
              <a:t>4) How the Answer 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530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Runtime process for every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97280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Answer generation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527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1. User asks question in UI.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2. Backend retrieves relevant Constitution chunks.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3. Retrieval results are merged and reranked.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4. Final context is added in system prompt.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5. Qwen model generates answer in clear language.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6. UI displays answer + source references.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5) What We Used (Simple Stack)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8174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Only key tools, no deep technical jargon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743200" cy="42976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934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Next.js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463040"/>
            <a:ext cx="2743200" cy="4297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160934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965960"/>
            <a:ext cx="2423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Python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Flask API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Session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463040"/>
            <a:ext cx="2560320" cy="4297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60934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2240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FAISS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BM25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Reranking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463040"/>
            <a:ext cx="2240280" cy="4297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609344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A"/>
                </a:solidFill>
                <a:latin typeface="Aptos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965960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 err="1"/>
              <a:t>Ollama</a:t>
            </a:r>
            <a:endParaRPr sz="2000" dirty="0"/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Qwen 2.5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6)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53210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Aptos"/>
              </a:rPr>
              <a:t>What a user experiences in real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972800" cy="452628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527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User opens Adhikar AI home/chat interface.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User asks question about Constitution or legal issue.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System finds best matching Constitution text in background.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AI gives a simple legal explanation and practical guidance.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Sources and pages are shown for transparency.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-274320"/>
            <a:ext cx="4206240" cy="420624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389120"/>
            <a:ext cx="4206240" cy="420624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731520"/>
            <a:ext cx="2834640" cy="2834640"/>
          </a:xfrm>
          <a:prstGeom prst="ellipse">
            <a:avLst/>
          </a:prstGeom>
          <a:solidFill>
            <a:srgbClr val="6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2EA"/>
                </a:solidFill>
                <a:latin typeface="Aptos Display"/>
              </a:rPr>
              <a:t>Final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10424160" cy="347472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38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83664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7B96B"/>
                </a:solidFill>
                <a:latin typeface="Aptos"/>
              </a:rPr>
              <a:t>One slide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10104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Data source: Indian Constitution.pdf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Processing: chunking -&gt; embedding -&gt; indexing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Retrieval: dense + keyword + </a:t>
            </a:r>
            <a:r>
              <a:rPr sz="2000" dirty="0" err="1"/>
              <a:t>rerank</a:t>
            </a:r>
            <a:endParaRPr sz="2000" dirty="0"/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LLM: local Qwen model generates final answer</a:t>
            </a:r>
          </a:p>
          <a:p>
            <a:pPr>
              <a:defRPr sz="1250">
                <a:solidFill>
                  <a:srgbClr val="B0BAC9"/>
                </a:solidFill>
                <a:latin typeface="Aptos"/>
              </a:defRPr>
            </a:pPr>
            <a:r>
              <a:rPr sz="2000" dirty="0"/>
              <a:t>Output: clear response with source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AC9"/>
                </a:solidFill>
                <a:latin typeface="Aptos"/>
              </a:rPr>
              <a:t>Adhikar AI | Simple Flow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555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devansh jani</cp:lastModifiedBy>
  <cp:revision>3</cp:revision>
  <dcterms:created xsi:type="dcterms:W3CDTF">2013-01-27T09:14:16Z</dcterms:created>
  <dcterms:modified xsi:type="dcterms:W3CDTF">2026-04-02T18:18:34Z</dcterms:modified>
  <cp:category/>
</cp:coreProperties>
</file>